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E4A98-17F0-420F-90D0-FD8D3B80EB4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EC1DF-DA41-4D61-A585-613A2E02B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53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EC1DF-DA41-4D61-A585-613A2E02B5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7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1E74-217F-76F9-D97D-FA6BBD019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82998-9CF2-3F06-87F1-BA222A7A8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D140D-11FC-2FFF-8CBA-8EC84B97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FE76-68B6-4CE6-30FA-559215CF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99D7-055E-59F1-8005-7BBFE35F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8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D13B-9332-F47B-CAB7-E1DE5F4A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F82D3-2A7D-690C-C4CC-BF3F47C70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263B-60B5-6645-C526-38DE195E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FB89B-79AD-24EB-8D5E-BC88F073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11537-9E98-1970-91A6-29EEF64E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7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650F-8590-1FD8-E3A2-3A37FC46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EFC65-F3DA-7507-6B3B-BD0267B97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0FAEF-1B82-BD32-2F62-208F4EEA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15D2-5098-34B9-7CEA-2874A6E5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1EA31-69C3-0163-1EEE-66A72357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6DFDA-B30F-FE15-2821-A573B048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FF16E-5CB9-5CBA-236C-91E6D621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3CCF6-7C1E-CF75-BE5E-5EE4A70D6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B666F-D0F4-E652-BF99-4537C16D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78D28-9814-EF51-2C17-587F097A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195D4-0587-CE2D-3CD1-AC8045EA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8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F973-463B-5548-066C-807145E2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9F2EA-2F5A-783E-F8A2-DDDBA9196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DFA71-54E6-3D56-7E15-478AEF2D4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62F64-75A3-1E56-25FF-178E9A8CA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ACD2F-04FD-84FC-CDC1-F26BBCE3E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0542C-9640-C439-DC6F-8C73FBA6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0401A-37AF-0F5D-32B0-57EE3F6AB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B876AD-CFA6-09B8-6016-244F52D6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7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F995-6B55-26F0-FB96-D5E82880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46F68-4729-2676-CE0D-CBE2782E1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3ECE8-A271-7391-4786-EDDA4D90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7B7F5-849D-4BC8-8554-5D21F42C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8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D676A-C3BE-DF84-B0C4-FC394CB2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0E359-58E5-F6C0-A8BE-D63DBAC0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B9124-7359-4F01-B717-36CB4126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3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9393-FA40-4621-A300-3FD457F4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B7073-A28E-63EE-6E3C-9C831C115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C8C94-2FC2-3DF0-222A-270E0E485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EEA07-8BCD-2125-E332-333762D7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9F321-0045-22C2-5106-DBFA22E0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C9885-AE7F-981B-0D50-E1FDE591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7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EF95-AA49-EEB9-376D-235E1921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09D72-C6BC-0145-FD21-B0E1E336E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221E9-5138-F513-39C1-C906247D6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A8D4A-0365-0008-F7B9-FB780E50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111CD-6750-4D35-D02B-C4F8E6C1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10868-0EF3-E3DC-BAB9-E821BDA4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7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716-89DC-1AD4-8DAB-328286A0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C43F7-693B-802B-FCF5-643B30950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DB398-3267-059A-0FA5-283DFA53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6101D-21E7-F450-E4FD-E0B7C22F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B50EC-05B8-D336-21CF-54FB496C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0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7F23B-B328-DABF-5AD0-66D0CA3D1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B5E11-E839-62C6-6B2D-D0A8ED86A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B5B8C-2E4B-8019-7B66-20CF90AF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CB147-FF25-D83D-DF88-030B5FB2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19B3A-CAA5-7775-B3D8-AF4EF7CF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5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BD4C8-B100-D7D6-8B78-FACED2E1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DCB37-1A5B-FF75-890E-A31EB2108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6F90C-4282-E25A-1F07-416039E9D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C540E-AEBD-49D0-8B8D-DD070DD06FE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44FD1-E22D-A856-7587-25EA71D24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8DAE3-580A-4C16-F0D7-BE6EE97D1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39604-336D-4ADB-8DE3-D410EEFD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84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A83C-6CDA-F561-80A6-FC01EEEB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225F0097-8C19-5970-8E65-7E665AC3FBB6}"/>
              </a:ext>
            </a:extLst>
          </p:cNvPr>
          <p:cNvGrpSpPr/>
          <p:nvPr/>
        </p:nvGrpSpPr>
        <p:grpSpPr>
          <a:xfrm>
            <a:off x="2369301" y="205253"/>
            <a:ext cx="6972179" cy="6202343"/>
            <a:chOff x="2363586" y="205253"/>
            <a:chExt cx="6972179" cy="6202343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B31E5DE-3E92-C9E3-9E74-54BD025D0A13}"/>
                </a:ext>
              </a:extLst>
            </p:cNvPr>
            <p:cNvCxnSpPr>
              <a:cxnSpLocks/>
              <a:endCxn id="27" idx="3"/>
            </p:cNvCxnSpPr>
            <p:nvPr/>
          </p:nvCxnSpPr>
          <p:spPr>
            <a:xfrm flipH="1" flipV="1">
              <a:off x="3123679" y="540487"/>
              <a:ext cx="118297" cy="1012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86D76F96-7840-F132-5914-F3A1C0E0088F}"/>
                </a:ext>
              </a:extLst>
            </p:cNvPr>
            <p:cNvGrpSpPr/>
            <p:nvPr/>
          </p:nvGrpSpPr>
          <p:grpSpPr>
            <a:xfrm>
              <a:off x="2363586" y="205253"/>
              <a:ext cx="6972179" cy="6202343"/>
              <a:chOff x="2363586" y="205253"/>
              <a:chExt cx="6972179" cy="6202343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FB60503-4724-1885-C7DD-CE1B8923C829}"/>
                  </a:ext>
                </a:extLst>
              </p:cNvPr>
              <p:cNvSpPr/>
              <p:nvPr/>
            </p:nvSpPr>
            <p:spPr>
              <a:xfrm>
                <a:off x="3220847" y="545247"/>
                <a:ext cx="705005" cy="5064745"/>
              </a:xfrm>
              <a:prstGeom prst="rect">
                <a:avLst/>
              </a:prstGeom>
              <a:pattFill prst="wdUpDiag">
                <a:fgClr>
                  <a:srgbClr val="0070C0"/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AA4BC9E-7287-2BD1-08D1-406E6A640D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8120" y="545247"/>
                <a:ext cx="0" cy="287202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F253EAA-C9F4-75D1-F677-689CAF25AD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18377" y="3429000"/>
                <a:ext cx="0" cy="1424277"/>
              </a:xfrm>
              <a:prstGeom prst="straightConnector1">
                <a:avLst/>
              </a:prstGeom>
              <a:ln w="38100">
                <a:solidFill>
                  <a:schemeClr val="accent5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5871A0FF-D681-8F58-0FBF-6869341CB0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5944" y="4853277"/>
                <a:ext cx="0" cy="721933"/>
              </a:xfrm>
              <a:prstGeom prst="straightConnector1">
                <a:avLst/>
              </a:prstGeom>
              <a:ln w="38100">
                <a:solidFill>
                  <a:schemeClr val="accent5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06CE4AC-C9E7-39A4-774B-E1E1ABE258F8}"/>
                  </a:ext>
                </a:extLst>
              </p:cNvPr>
              <p:cNvGrpSpPr/>
              <p:nvPr/>
            </p:nvGrpSpPr>
            <p:grpSpPr>
              <a:xfrm>
                <a:off x="2363586" y="205253"/>
                <a:ext cx="6972179" cy="6202343"/>
                <a:chOff x="2363586" y="205253"/>
                <a:chExt cx="6972179" cy="6202343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7C3A563-E101-FF1E-0D94-FB345F013A8A}"/>
                    </a:ext>
                  </a:extLst>
                </p:cNvPr>
                <p:cNvSpPr/>
                <p:nvPr/>
              </p:nvSpPr>
              <p:spPr>
                <a:xfrm>
                  <a:off x="5427109" y="4873173"/>
                  <a:ext cx="2843808" cy="733598"/>
                </a:xfrm>
                <a:prstGeom prst="rect">
                  <a:avLst/>
                </a:prstGeom>
                <a:pattFill prst="wdUpDiag">
                  <a:fgClr>
                    <a:srgbClr val="0070C0"/>
                  </a:fgClr>
                  <a:bgClr>
                    <a:schemeClr val="bg1"/>
                  </a:bgClr>
                </a:patt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28C42290-BD58-CB06-3FCD-086AF903EBA1}"/>
                    </a:ext>
                  </a:extLst>
                </p:cNvPr>
                <p:cNvSpPr/>
                <p:nvPr/>
              </p:nvSpPr>
              <p:spPr>
                <a:xfrm>
                  <a:off x="3925852" y="3432204"/>
                  <a:ext cx="1501257" cy="2177788"/>
                </a:xfrm>
                <a:prstGeom prst="rect">
                  <a:avLst/>
                </a:prstGeom>
                <a:pattFill prst="wdUpDiag">
                  <a:fgClr>
                    <a:srgbClr val="0070C0"/>
                  </a:fgClr>
                  <a:bgClr>
                    <a:schemeClr val="bg1"/>
                  </a:bgClr>
                </a:patt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Isosceles Triangle 73">
                  <a:extLst>
                    <a:ext uri="{FF2B5EF4-FFF2-40B4-BE49-F238E27FC236}">
                      <a16:creationId xmlns:a16="http://schemas.microsoft.com/office/drawing/2014/main" id="{9B88FB39-2113-CFC1-E12E-8E9EE3969838}"/>
                    </a:ext>
                  </a:extLst>
                </p:cNvPr>
                <p:cNvSpPr/>
                <p:nvPr/>
              </p:nvSpPr>
              <p:spPr>
                <a:xfrm flipV="1">
                  <a:off x="3913955" y="3428366"/>
                  <a:ext cx="1513149" cy="141772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Isosceles Triangle 64">
                  <a:extLst>
                    <a:ext uri="{FF2B5EF4-FFF2-40B4-BE49-F238E27FC236}">
                      <a16:creationId xmlns:a16="http://schemas.microsoft.com/office/drawing/2014/main" id="{C0FF3792-3D37-4969-E2D7-5C6CDAB95D1F}"/>
                    </a:ext>
                  </a:extLst>
                </p:cNvPr>
                <p:cNvSpPr/>
                <p:nvPr/>
              </p:nvSpPr>
              <p:spPr>
                <a:xfrm flipV="1">
                  <a:off x="3214697" y="543580"/>
                  <a:ext cx="716926" cy="2845625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accent5">
                    <a:alpha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Isosceles Triangle 74">
                  <a:extLst>
                    <a:ext uri="{FF2B5EF4-FFF2-40B4-BE49-F238E27FC236}">
                      <a16:creationId xmlns:a16="http://schemas.microsoft.com/office/drawing/2014/main" id="{C814B25B-52A8-6C3C-AA62-1D4454455F08}"/>
                    </a:ext>
                  </a:extLst>
                </p:cNvPr>
                <p:cNvSpPr/>
                <p:nvPr/>
              </p:nvSpPr>
              <p:spPr>
                <a:xfrm flipV="1">
                  <a:off x="5447630" y="4873173"/>
                  <a:ext cx="2819422" cy="694462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92C47E42-0E07-6CFF-3D89-559913EB27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06439" y="5605253"/>
                  <a:ext cx="540000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7BEDD19-185E-978E-406B-935C31CECBAB}"/>
                    </a:ext>
                  </a:extLst>
                </p:cNvPr>
                <p:cNvSpPr txBox="1"/>
                <p:nvPr/>
              </p:nvSpPr>
              <p:spPr>
                <a:xfrm>
                  <a:off x="2733829" y="355821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>
                      <a:solidFill>
                        <a:srgbClr val="0070C0"/>
                      </a:solidFill>
                    </a:rPr>
                    <a:t>a</a:t>
                  </a:r>
                  <a:r>
                    <a:rPr lang="de-CH" baseline="-25000" dirty="0">
                      <a:solidFill>
                        <a:srgbClr val="0070C0"/>
                      </a:solidFill>
                    </a:rPr>
                    <a:t>1</a:t>
                  </a:r>
                  <a:endParaRPr lang="en-US" baseline="-25000" dirty="0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1D24DBE-01BA-D0E2-D0FD-0C28B4CDBC1F}"/>
                    </a:ext>
                  </a:extLst>
                </p:cNvPr>
                <p:cNvSpPr txBox="1"/>
                <p:nvPr/>
              </p:nvSpPr>
              <p:spPr>
                <a:xfrm>
                  <a:off x="2731856" y="3239574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>
                      <a:solidFill>
                        <a:srgbClr val="0070C0"/>
                      </a:solidFill>
                    </a:rPr>
                    <a:t>a</a:t>
                  </a:r>
                  <a:r>
                    <a:rPr lang="de-CH" baseline="-25000" dirty="0">
                      <a:solidFill>
                        <a:srgbClr val="0070C0"/>
                      </a:solidFill>
                    </a:rPr>
                    <a:t>2</a:t>
                  </a:r>
                  <a:endParaRPr lang="en-US" baseline="-25000" dirty="0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AE148CB-97F3-240A-E7BE-C069B8633BF4}"/>
                    </a:ext>
                  </a:extLst>
                </p:cNvPr>
                <p:cNvSpPr txBox="1"/>
                <p:nvPr/>
              </p:nvSpPr>
              <p:spPr>
                <a:xfrm>
                  <a:off x="2731856" y="4682022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>
                      <a:solidFill>
                        <a:srgbClr val="0070C0"/>
                      </a:solidFill>
                    </a:rPr>
                    <a:t>a</a:t>
                  </a:r>
                  <a:r>
                    <a:rPr lang="de-CH" baseline="-25000" dirty="0">
                      <a:solidFill>
                        <a:srgbClr val="0070C0"/>
                      </a:solidFill>
                    </a:rPr>
                    <a:t>3</a:t>
                  </a:r>
                  <a:endParaRPr lang="en-US" baseline="-25000" dirty="0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BCD561F-DAAF-0AF9-4627-85786BBC839A}"/>
                    </a:ext>
                  </a:extLst>
                </p:cNvPr>
                <p:cNvSpPr txBox="1"/>
                <p:nvPr/>
              </p:nvSpPr>
              <p:spPr>
                <a:xfrm>
                  <a:off x="3241976" y="5635130"/>
                  <a:ext cx="6719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/>
                    <a:t>d</a:t>
                  </a:r>
                  <a:r>
                    <a:rPr lang="de-CH" baseline="-25000" dirty="0"/>
                    <a:t>seg,1</a:t>
                  </a:r>
                  <a:endParaRPr lang="en-US" baseline="-25000" dirty="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BC9335C-7386-C7D7-3DF2-F8D953E1ABC8}"/>
                    </a:ext>
                  </a:extLst>
                </p:cNvPr>
                <p:cNvSpPr txBox="1"/>
                <p:nvPr/>
              </p:nvSpPr>
              <p:spPr>
                <a:xfrm>
                  <a:off x="4336197" y="5637093"/>
                  <a:ext cx="6719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/>
                    <a:t>d</a:t>
                  </a:r>
                  <a:r>
                    <a:rPr lang="de-CH" baseline="-25000" dirty="0"/>
                    <a:t>seg,2</a:t>
                  </a:r>
                  <a:endParaRPr lang="en-US" baseline="-25000" dirty="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D07627D-CA59-3E3D-BAFE-A25F48200D7D}"/>
                    </a:ext>
                  </a:extLst>
                </p:cNvPr>
                <p:cNvSpPr txBox="1"/>
                <p:nvPr/>
              </p:nvSpPr>
              <p:spPr>
                <a:xfrm>
                  <a:off x="6490536" y="5645046"/>
                  <a:ext cx="6719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/>
                    <a:t>d</a:t>
                  </a:r>
                  <a:r>
                    <a:rPr lang="de-CH" baseline="-25000" dirty="0"/>
                    <a:t>seg,3</a:t>
                  </a:r>
                  <a:endParaRPr lang="en-US" baseline="-25000" dirty="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1BDAE01-2C2C-51C4-364F-315FF5BBC57F}"/>
                    </a:ext>
                  </a:extLst>
                </p:cNvPr>
                <p:cNvSpPr txBox="1"/>
                <p:nvPr/>
              </p:nvSpPr>
              <p:spPr>
                <a:xfrm>
                  <a:off x="4008120" y="1790552"/>
                  <a:ext cx="9492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>
                      <a:solidFill>
                        <a:schemeClr val="accent5"/>
                      </a:solidFill>
                    </a:rPr>
                    <a:t>b</a:t>
                  </a:r>
                  <a:r>
                    <a:rPr lang="de-CH" baseline="-25000" dirty="0">
                      <a:solidFill>
                        <a:schemeClr val="accent5"/>
                      </a:solidFill>
                    </a:rPr>
                    <a:t>1</a:t>
                  </a:r>
                  <a:r>
                    <a:rPr lang="de-CH" dirty="0">
                      <a:solidFill>
                        <a:schemeClr val="accent5"/>
                      </a:solidFill>
                    </a:rPr>
                    <a:t>·d</a:t>
                  </a:r>
                  <a:r>
                    <a:rPr lang="de-CH" baseline="-25000" dirty="0">
                      <a:solidFill>
                        <a:schemeClr val="accent5"/>
                      </a:solidFill>
                    </a:rPr>
                    <a:t>seg,1</a:t>
                  </a:r>
                  <a:endParaRPr lang="en-US" baseline="-25000" dirty="0">
                    <a:solidFill>
                      <a:schemeClr val="accent5"/>
                    </a:solidFill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D7CB50-E09F-2BFA-44D6-348AFCC23A75}"/>
                    </a:ext>
                  </a:extLst>
                </p:cNvPr>
                <p:cNvSpPr txBox="1"/>
                <p:nvPr/>
              </p:nvSpPr>
              <p:spPr>
                <a:xfrm>
                  <a:off x="5518377" y="3948375"/>
                  <a:ext cx="9492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>
                      <a:solidFill>
                        <a:schemeClr val="accent5"/>
                      </a:solidFill>
                    </a:rPr>
                    <a:t>b</a:t>
                  </a:r>
                  <a:r>
                    <a:rPr lang="de-CH" baseline="-25000" dirty="0">
                      <a:solidFill>
                        <a:schemeClr val="accent5"/>
                      </a:solidFill>
                    </a:rPr>
                    <a:t>2</a:t>
                  </a:r>
                  <a:r>
                    <a:rPr lang="de-CH" dirty="0">
                      <a:solidFill>
                        <a:schemeClr val="accent5"/>
                      </a:solidFill>
                    </a:rPr>
                    <a:t>·d</a:t>
                  </a:r>
                  <a:r>
                    <a:rPr lang="de-CH" baseline="-25000" dirty="0">
                      <a:solidFill>
                        <a:schemeClr val="accent5"/>
                      </a:solidFill>
                    </a:rPr>
                    <a:t>seg,2</a:t>
                  </a:r>
                  <a:endParaRPr lang="en-US" baseline="-25000" dirty="0">
                    <a:solidFill>
                      <a:schemeClr val="accent5"/>
                    </a:solidFill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0F59B2-64BE-E5A1-B2D1-73122497AF26}"/>
                    </a:ext>
                  </a:extLst>
                </p:cNvPr>
                <p:cNvSpPr txBox="1"/>
                <p:nvPr/>
              </p:nvSpPr>
              <p:spPr>
                <a:xfrm>
                  <a:off x="8386466" y="5036234"/>
                  <a:ext cx="9492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>
                      <a:solidFill>
                        <a:schemeClr val="accent5"/>
                      </a:solidFill>
                    </a:rPr>
                    <a:t>b</a:t>
                  </a:r>
                  <a:r>
                    <a:rPr lang="de-CH" baseline="-25000" dirty="0">
                      <a:solidFill>
                        <a:schemeClr val="accent5"/>
                      </a:solidFill>
                    </a:rPr>
                    <a:t>3</a:t>
                  </a:r>
                  <a:r>
                    <a:rPr lang="de-CH" dirty="0">
                      <a:solidFill>
                        <a:schemeClr val="accent5"/>
                      </a:solidFill>
                    </a:rPr>
                    <a:t>·d</a:t>
                  </a:r>
                  <a:r>
                    <a:rPr lang="de-CH" baseline="-25000" dirty="0">
                      <a:solidFill>
                        <a:schemeClr val="accent5"/>
                      </a:solidFill>
                    </a:rPr>
                    <a:t>seg,3</a:t>
                  </a:r>
                  <a:endParaRPr lang="en-US" baseline="-25000" dirty="0">
                    <a:solidFill>
                      <a:schemeClr val="accent5"/>
                    </a:solidFill>
                  </a:endParaRPr>
                </a:p>
              </p:txBody>
            </p:sp>
            <p:cxnSp>
              <p:nvCxnSpPr>
                <p:cNvPr id="3" name="Straight Arrow Connector 2">
                  <a:extLst>
                    <a:ext uri="{FF2B5EF4-FFF2-40B4-BE49-F238E27FC236}">
                      <a16:creationId xmlns:a16="http://schemas.microsoft.com/office/drawing/2014/main" id="{4A30D97A-2875-FA4C-8258-131C3F3B2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527040" y="2905253"/>
                  <a:ext cx="540000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DC57C0CA-A96A-4C98-777E-D5474A146F87}"/>
                    </a:ext>
                  </a:extLst>
                </p:cNvPr>
                <p:cNvCxnSpPr>
                  <a:cxnSpLocks/>
                  <a:endCxn id="28" idx="3"/>
                </p:cNvCxnSpPr>
                <p:nvPr/>
              </p:nvCxnSpPr>
              <p:spPr>
                <a:xfrm flipH="1" flipV="1">
                  <a:off x="3121706" y="3424240"/>
                  <a:ext cx="809917" cy="2044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0F669D2-9F56-184D-88B1-85239E10F0C7}"/>
                    </a:ext>
                  </a:extLst>
                </p:cNvPr>
                <p:cNvCxnSpPr>
                  <a:cxnSpLocks/>
                  <a:endCxn id="30" idx="3"/>
                </p:cNvCxnSpPr>
                <p:nvPr/>
              </p:nvCxnSpPr>
              <p:spPr>
                <a:xfrm flipH="1" flipV="1">
                  <a:off x="3121706" y="4866688"/>
                  <a:ext cx="2325993" cy="648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5B29E48C-6EA8-8D73-9362-6998E9123C6C}"/>
                    </a:ext>
                  </a:extLst>
                </p:cNvPr>
                <p:cNvCxnSpPr>
                  <a:cxnSpLocks/>
                  <a:stCxn id="74" idx="2"/>
                </p:cNvCxnSpPr>
                <p:nvPr/>
              </p:nvCxnSpPr>
              <p:spPr>
                <a:xfrm>
                  <a:off x="3913955" y="3428366"/>
                  <a:ext cx="1533744" cy="1462526"/>
                </a:xfrm>
                <a:prstGeom prst="line">
                  <a:avLst/>
                </a:prstGeom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7D918A7B-6787-1083-48BD-3778FCB87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27109" y="4877933"/>
                  <a:ext cx="2839943" cy="697277"/>
                </a:xfrm>
                <a:prstGeom prst="line">
                  <a:avLst/>
                </a:prstGeom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89DA2EB-81F1-4CF7-FD3F-F3F5DB188B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22820" y="527752"/>
                  <a:ext cx="703032" cy="2931739"/>
                </a:xfrm>
                <a:prstGeom prst="line">
                  <a:avLst/>
                </a:prstGeom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8B4290D-2799-78CC-88E0-1E27E3749E24}"/>
                    </a:ext>
                  </a:extLst>
                </p:cNvPr>
                <p:cNvSpPr txBox="1"/>
                <p:nvPr/>
              </p:nvSpPr>
              <p:spPr>
                <a:xfrm>
                  <a:off x="5016424" y="6038264"/>
                  <a:ext cx="18101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dirty="0"/>
                    <a:t>Demand [GW]</a:t>
                  </a:r>
                  <a:endParaRPr lang="en-US" dirty="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67D563F2-30ED-8F41-88C5-B94C3634D7C2}"/>
                    </a:ext>
                  </a:extLst>
                </p:cNvPr>
                <p:cNvSpPr txBox="1"/>
                <p:nvPr/>
              </p:nvSpPr>
              <p:spPr>
                <a:xfrm rot="16200000">
                  <a:off x="1643201" y="2892952"/>
                  <a:ext cx="18101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dirty="0"/>
                    <a:t>Price [€/MWh]</a:t>
                  </a:r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9508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Pielmaier  Konstantin</dc:creator>
  <cp:lastModifiedBy>Pielmaier  Konstantin</cp:lastModifiedBy>
  <cp:revision>1</cp:revision>
  <dcterms:created xsi:type="dcterms:W3CDTF">2025-12-13T17:55:56Z</dcterms:created>
  <dcterms:modified xsi:type="dcterms:W3CDTF">2025-12-13T19:46:36Z</dcterms:modified>
</cp:coreProperties>
</file>