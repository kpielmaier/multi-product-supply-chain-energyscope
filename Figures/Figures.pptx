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3" autoAdjust="0"/>
    <p:restoredTop sz="94660"/>
  </p:normalViewPr>
  <p:slideViewPr>
    <p:cSldViewPr snapToGrid="0">
      <p:cViewPr varScale="1">
        <p:scale>
          <a:sx n="90" d="100"/>
          <a:sy n="90" d="100"/>
        </p:scale>
        <p:origin x="8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442A-46DB-4DF2-D209-57AE62001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60E5B-2A3F-7E77-4BB4-21A20600E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7C660-2026-1545-4DEB-373E47ADA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49F67-C1A0-806B-60C3-24A6A57A8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DECAB-AFE4-F1DA-9897-491C0340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9077-41B1-11E8-71F4-4DE95B9D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75933-62FC-AE94-E998-2FBF5C0DD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4B09-305C-4CFA-2A40-8D5CB5B1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DB630-9AFC-FFE4-BB23-60FD2DCDB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B3ABC-BDEB-29DB-95F7-6DEEBC61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6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73C0-046E-A40B-8FD2-17B9093C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F0421-E616-B91C-238F-EEDF3854E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00C9F-7675-DC7A-76CD-E05FE52C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BF031-2091-43AB-881F-347C6ED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E7C45-25D8-DBEF-8A1E-52EE3E68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9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FCFA-C2AC-834C-21F5-A9E3EF98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F818-217A-6CB8-1AC7-EC78FEC95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F263C-B3B2-2D60-5D68-471BE94B2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F0FD9-EA6F-A045-E91D-573D210F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3A1C1-CBC2-908D-CEDA-5E104C7D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AA3A9-6347-CB71-C3FA-40041DC4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9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D718-455E-2B0B-2D81-E965DFF18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1ABFC-F6B3-E7C6-713B-E9C37A3EE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D4756-D5CA-BADF-88E3-028B22521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D6D03-A929-9BF0-A016-B2CCF7547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15CF3-6964-2EF3-26AD-1D680411B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05EB4B-B7B9-A6B1-8D3A-8C8C01D6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A83EE-6E57-541A-CAA1-31308ADE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DEFAE7-4C9A-3236-E3D6-346ED18A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2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0B13-6C2C-2836-A48A-9C3660B2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D75E8-1985-2049-C548-533C44A3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2369B-9294-0E16-5657-5706AD357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F0F63-0B14-1353-585A-E2A61158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2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C290F-567E-3F7C-7695-7A35D4D4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3518E-0ED1-689A-77C0-880491A3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C55EE-2224-86F6-FFEF-0A3B15CF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BFA1-DEB0-F8BC-374C-CC5EAAB1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3904-5BCE-FB03-CED5-00FC6A3C7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05E1E-BC10-6436-D86A-BD63CAC74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10B43-7C6C-F896-88A0-D34518D5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50690-65FC-6A61-E4B7-DC92E2F27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BD4F6-2D71-73C8-D5AA-C7F92BC1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8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BB0C-898F-25AE-2D9C-B62520F1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C57FE5-07CF-C802-BE7E-AF6F76C5C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D47AC-B8B0-E428-1370-F30E54D40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56E54-F8C6-7621-C1AC-109D70DB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16ECA-6791-6948-DDED-0FECC04F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EE708-E5AD-84CF-C5AD-634174FD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7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A752-664D-4A6C-73F1-BA28CED4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A5FD8-8DF4-6465-4DDF-14B50105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FAA2C-A763-A971-D1F9-B62E8E65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D467B-5680-3E82-B300-31253618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C1242-0DBB-1DAF-9D1A-A96E9277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64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7ECA1-0287-2AF6-C08B-9A990C8BD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ECE93-5606-D7FB-710D-E68D182DA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94375-F575-FBA6-AEBC-B81EC369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25FF4-A1F1-C87B-E5FB-E0FE9A4C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6AE0C-044B-4B7E-42E0-AAD77619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6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F3968-24DC-866C-90F2-76831B56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38FA3-CE38-09D3-498B-AA5FB4892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939DC-4FF1-4798-76FE-6D018F2FB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E4EF2-1E7A-4434-B2BF-74279DEA0D2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0C70F-5C97-E9BB-9E36-C4FA2A885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32CDE-EF95-C197-E4DE-C8A9C927F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9B15B-2E70-4717-91A2-F0599FFCE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4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9CF9CB-0878-9E9A-664E-F7DA434A9D71}"/>
              </a:ext>
            </a:extLst>
          </p:cNvPr>
          <p:cNvCxnSpPr/>
          <p:nvPr/>
        </p:nvCxnSpPr>
        <p:spPr>
          <a:xfrm>
            <a:off x="4072130" y="2854960"/>
            <a:ext cx="135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340CFF1-E689-F8B1-CC0F-B51791AFCDDA}"/>
              </a:ext>
            </a:extLst>
          </p:cNvPr>
          <p:cNvGrpSpPr/>
          <p:nvPr/>
        </p:nvGrpSpPr>
        <p:grpSpPr>
          <a:xfrm>
            <a:off x="2236297" y="697869"/>
            <a:ext cx="7719405" cy="5462262"/>
            <a:chOff x="2236297" y="697869"/>
            <a:chExt cx="7719405" cy="546226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138FBE9-EE7E-2F0E-8C93-E0D8F4193BBF}"/>
                </a:ext>
              </a:extLst>
            </p:cNvPr>
            <p:cNvGrpSpPr/>
            <p:nvPr/>
          </p:nvGrpSpPr>
          <p:grpSpPr>
            <a:xfrm>
              <a:off x="2236298" y="729000"/>
              <a:ext cx="7719404" cy="5400000"/>
              <a:chOff x="2236298" y="729000"/>
              <a:chExt cx="7719404" cy="5400000"/>
            </a:xfrm>
          </p:grpSpPr>
          <p:pic>
            <p:nvPicPr>
              <p:cNvPr id="5" name="Picture 4" descr="A screenshot of a computer program&#10;&#10;AI-generated content may be incorrect.">
                <a:extLst>
                  <a:ext uri="{FF2B5EF4-FFF2-40B4-BE49-F238E27FC236}">
                    <a16:creationId xmlns:a16="http://schemas.microsoft.com/office/drawing/2014/main" id="{30088880-CA12-38BC-75EA-2E76A94B03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36298" y="729000"/>
                <a:ext cx="7719404" cy="540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</p:pic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386D2ED-3F0F-5BEA-5A99-83B9F5ABE031}"/>
                  </a:ext>
                </a:extLst>
              </p:cNvPr>
              <p:cNvCxnSpPr/>
              <p:nvPr/>
            </p:nvCxnSpPr>
            <p:spPr>
              <a:xfrm>
                <a:off x="2638425" y="2514600"/>
                <a:ext cx="72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4A92FB0-AF33-6E4D-AD0B-4CAD47CA2F71}"/>
                  </a:ext>
                </a:extLst>
              </p:cNvPr>
              <p:cNvCxnSpPr/>
              <p:nvPr/>
            </p:nvCxnSpPr>
            <p:spPr>
              <a:xfrm>
                <a:off x="2651760" y="2710815"/>
                <a:ext cx="72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F741F72-8863-994C-AE4E-C6B453BE73CE}"/>
                  </a:ext>
                </a:extLst>
              </p:cNvPr>
              <p:cNvCxnSpPr/>
              <p:nvPr/>
            </p:nvCxnSpPr>
            <p:spPr>
              <a:xfrm>
                <a:off x="2561760" y="1720215"/>
                <a:ext cx="81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D1FFFAF-1479-34B7-BE9D-36FAB586639C}"/>
                  </a:ext>
                </a:extLst>
              </p:cNvPr>
              <p:cNvCxnSpPr/>
              <p:nvPr/>
            </p:nvCxnSpPr>
            <p:spPr>
              <a:xfrm>
                <a:off x="2471760" y="4739640"/>
                <a:ext cx="108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D981815-2B60-B2FF-759C-B285B8AFC0F3}"/>
                  </a:ext>
                </a:extLst>
              </p:cNvPr>
              <p:cNvCxnSpPr/>
              <p:nvPr/>
            </p:nvCxnSpPr>
            <p:spPr>
              <a:xfrm>
                <a:off x="2548425" y="4878705"/>
                <a:ext cx="90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3DA4A93-7156-9D66-D067-BED32B9F35CF}"/>
                  </a:ext>
                </a:extLst>
              </p:cNvPr>
              <p:cNvCxnSpPr/>
              <p:nvPr/>
            </p:nvCxnSpPr>
            <p:spPr>
              <a:xfrm>
                <a:off x="4131650" y="5283835"/>
                <a:ext cx="126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FA63BDA-3204-EDFF-7F4A-28BB694862F0}"/>
                  </a:ext>
                </a:extLst>
              </p:cNvPr>
              <p:cNvCxnSpPr/>
              <p:nvPr/>
            </p:nvCxnSpPr>
            <p:spPr>
              <a:xfrm>
                <a:off x="4432130" y="5956300"/>
                <a:ext cx="63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AD780F4-30A9-2982-2CB7-98D4B2FB4D79}"/>
                  </a:ext>
                </a:extLst>
              </p:cNvPr>
              <p:cNvCxnSpPr/>
              <p:nvPr/>
            </p:nvCxnSpPr>
            <p:spPr>
              <a:xfrm>
                <a:off x="4401650" y="5647690"/>
                <a:ext cx="72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9804EED-B4CC-A1E2-2A05-5B6169DCFE6D}"/>
                  </a:ext>
                </a:extLst>
              </p:cNvPr>
              <p:cNvCxnSpPr/>
              <p:nvPr/>
            </p:nvCxnSpPr>
            <p:spPr>
              <a:xfrm>
                <a:off x="4401650" y="5748655"/>
                <a:ext cx="72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CCBFA6C-2AE6-D1E2-41EE-A4BDC4E8313E}"/>
                  </a:ext>
                </a:extLst>
              </p:cNvPr>
              <p:cNvCxnSpPr/>
              <p:nvPr/>
            </p:nvCxnSpPr>
            <p:spPr>
              <a:xfrm>
                <a:off x="4342130" y="5462905"/>
                <a:ext cx="81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2F7180E-C1E6-4F8C-6D91-A89EBB643C2D}"/>
                  </a:ext>
                </a:extLst>
              </p:cNvPr>
              <p:cNvCxnSpPr/>
              <p:nvPr/>
            </p:nvCxnSpPr>
            <p:spPr>
              <a:xfrm>
                <a:off x="4311650" y="3005455"/>
                <a:ext cx="90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DB7A9BC-5016-576C-E962-2832C1E5DAFB}"/>
                  </a:ext>
                </a:extLst>
              </p:cNvPr>
              <p:cNvCxnSpPr/>
              <p:nvPr/>
            </p:nvCxnSpPr>
            <p:spPr>
              <a:xfrm>
                <a:off x="4342130" y="3152140"/>
                <a:ext cx="81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6724B574-98B4-83E0-5D9C-6689E13F66E6}"/>
                  </a:ext>
                </a:extLst>
              </p:cNvPr>
              <p:cNvCxnSpPr/>
              <p:nvPr/>
            </p:nvCxnSpPr>
            <p:spPr>
              <a:xfrm>
                <a:off x="4311650" y="3293110"/>
                <a:ext cx="90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956A9C5-1E2C-622B-9B81-947E4373F8BF}"/>
                  </a:ext>
                </a:extLst>
              </p:cNvPr>
              <p:cNvCxnSpPr/>
              <p:nvPr/>
            </p:nvCxnSpPr>
            <p:spPr>
              <a:xfrm>
                <a:off x="3982130" y="2376805"/>
                <a:ext cx="153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4B29DE4-FBB7-BC47-0FA1-BCF38AB49CCE}"/>
                  </a:ext>
                </a:extLst>
              </p:cNvPr>
              <p:cNvCxnSpPr/>
              <p:nvPr/>
            </p:nvCxnSpPr>
            <p:spPr>
              <a:xfrm>
                <a:off x="4342130" y="2543810"/>
                <a:ext cx="81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49D0F80-F834-F8B0-64F1-BB1D477B4643}"/>
                  </a:ext>
                </a:extLst>
              </p:cNvPr>
              <p:cNvCxnSpPr/>
              <p:nvPr/>
            </p:nvCxnSpPr>
            <p:spPr>
              <a:xfrm>
                <a:off x="4356650" y="2691130"/>
                <a:ext cx="81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AA3B8A5-CB57-727F-EE74-2F9B082625AE}"/>
                  </a:ext>
                </a:extLst>
              </p:cNvPr>
              <p:cNvCxnSpPr/>
              <p:nvPr/>
            </p:nvCxnSpPr>
            <p:spPr>
              <a:xfrm>
                <a:off x="6146800" y="3553460"/>
                <a:ext cx="153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589ABB3-9B40-B4C0-3E78-329832E2B5E4}"/>
                  </a:ext>
                </a:extLst>
              </p:cNvPr>
              <p:cNvCxnSpPr/>
              <p:nvPr/>
            </p:nvCxnSpPr>
            <p:spPr>
              <a:xfrm>
                <a:off x="8194675" y="3542665"/>
                <a:ext cx="144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897C8DE-3DF9-F055-3750-3BCCF5BA9E83}"/>
                  </a:ext>
                </a:extLst>
              </p:cNvPr>
              <p:cNvCxnSpPr/>
              <p:nvPr/>
            </p:nvCxnSpPr>
            <p:spPr>
              <a:xfrm>
                <a:off x="6350635" y="3881120"/>
                <a:ext cx="10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5CE7929-C780-8366-B196-A650F7E5C207}"/>
                  </a:ext>
                </a:extLst>
              </p:cNvPr>
              <p:cNvCxnSpPr/>
              <p:nvPr/>
            </p:nvCxnSpPr>
            <p:spPr>
              <a:xfrm>
                <a:off x="6326800" y="4211320"/>
                <a:ext cx="117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532EEA5-713E-3ED2-D88C-D5DFFD834720}"/>
                  </a:ext>
                </a:extLst>
              </p:cNvPr>
              <p:cNvCxnSpPr/>
              <p:nvPr/>
            </p:nvCxnSpPr>
            <p:spPr>
              <a:xfrm>
                <a:off x="6350635" y="4492625"/>
                <a:ext cx="108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EA921F9-1AAE-3D67-73C1-D0E58CEA92D7}"/>
                  </a:ext>
                </a:extLst>
              </p:cNvPr>
              <p:cNvCxnSpPr/>
              <p:nvPr/>
            </p:nvCxnSpPr>
            <p:spPr>
              <a:xfrm>
                <a:off x="6191800" y="4069715"/>
                <a:ext cx="144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6DCAFB6-FBC3-A3FE-B273-38FC45CB9192}"/>
                  </a:ext>
                </a:extLst>
              </p:cNvPr>
              <p:cNvCxnSpPr/>
              <p:nvPr/>
            </p:nvCxnSpPr>
            <p:spPr>
              <a:xfrm>
                <a:off x="6214660" y="3709670"/>
                <a:ext cx="144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A7527FD-6A4B-44E7-E452-D23EB8B53020}"/>
                  </a:ext>
                </a:extLst>
              </p:cNvPr>
              <p:cNvCxnSpPr/>
              <p:nvPr/>
            </p:nvCxnSpPr>
            <p:spPr>
              <a:xfrm>
                <a:off x="6799660" y="4332605"/>
                <a:ext cx="27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FC49EC8-6496-6BD8-5393-0A37292CC5D7}"/>
                  </a:ext>
                </a:extLst>
              </p:cNvPr>
              <p:cNvCxnSpPr/>
              <p:nvPr/>
            </p:nvCxnSpPr>
            <p:spPr>
              <a:xfrm>
                <a:off x="8194675" y="3708400"/>
                <a:ext cx="144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01885FF-EF60-5C72-E503-9B29D287A1F3}"/>
                  </a:ext>
                </a:extLst>
              </p:cNvPr>
              <p:cNvCxnSpPr/>
              <p:nvPr/>
            </p:nvCxnSpPr>
            <p:spPr>
              <a:xfrm>
                <a:off x="8180620" y="4097020"/>
                <a:ext cx="144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C019DF4-4AF4-D1EC-9D70-32D1050A1945}"/>
                  </a:ext>
                </a:extLst>
              </p:cNvPr>
              <p:cNvCxnSpPr/>
              <p:nvPr/>
            </p:nvCxnSpPr>
            <p:spPr>
              <a:xfrm>
                <a:off x="8180620" y="4505960"/>
                <a:ext cx="144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6B8B1FB-3A7A-87AD-0717-DB4CE5A04341}"/>
                  </a:ext>
                </a:extLst>
              </p:cNvPr>
              <p:cNvCxnSpPr/>
              <p:nvPr/>
            </p:nvCxnSpPr>
            <p:spPr>
              <a:xfrm>
                <a:off x="8728535" y="4672330"/>
                <a:ext cx="36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EF862DA-6131-84C4-919C-3FA1C70B8522}"/>
                  </a:ext>
                </a:extLst>
              </p:cNvPr>
              <p:cNvCxnSpPr/>
              <p:nvPr/>
            </p:nvCxnSpPr>
            <p:spPr>
              <a:xfrm>
                <a:off x="8728535" y="4270375"/>
                <a:ext cx="36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59880C6-1CE7-978B-D7B1-EA0678AE0AD4}"/>
                  </a:ext>
                </a:extLst>
              </p:cNvPr>
              <p:cNvCxnSpPr/>
              <p:nvPr/>
            </p:nvCxnSpPr>
            <p:spPr>
              <a:xfrm>
                <a:off x="8728535" y="3881120"/>
                <a:ext cx="36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CE568C0-0C0F-6CB5-8542-F9EE8D992C32}"/>
                  </a:ext>
                </a:extLst>
              </p:cNvPr>
              <p:cNvCxnSpPr/>
              <p:nvPr/>
            </p:nvCxnSpPr>
            <p:spPr>
              <a:xfrm>
                <a:off x="8155250" y="2923540"/>
                <a:ext cx="144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9BCEA4A-39CD-596E-5D94-FA012F0C697E}"/>
                  </a:ext>
                </a:extLst>
              </p:cNvPr>
              <p:cNvCxnSpPr/>
              <p:nvPr/>
            </p:nvCxnSpPr>
            <p:spPr>
              <a:xfrm>
                <a:off x="8155250" y="2766060"/>
                <a:ext cx="144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2FF6D02-4F16-B6C4-E494-7EFCCFEB2CBE}"/>
                  </a:ext>
                </a:extLst>
              </p:cNvPr>
              <p:cNvCxnSpPr/>
              <p:nvPr/>
            </p:nvCxnSpPr>
            <p:spPr>
              <a:xfrm>
                <a:off x="8560250" y="2616200"/>
                <a:ext cx="630000" cy="0"/>
              </a:xfrm>
              <a:prstGeom prst="lin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A86B79F-A960-8E2B-329E-9AC83130C8E4}"/>
                  </a:ext>
                </a:extLst>
              </p:cNvPr>
              <p:cNvCxnSpPr/>
              <p:nvPr/>
            </p:nvCxnSpPr>
            <p:spPr>
              <a:xfrm>
                <a:off x="4072130" y="2854960"/>
                <a:ext cx="135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36B870B-2B67-A31B-5083-19AAE3737122}"/>
                </a:ext>
              </a:extLst>
            </p:cNvPr>
            <p:cNvSpPr/>
            <p:nvPr/>
          </p:nvSpPr>
          <p:spPr>
            <a:xfrm>
              <a:off x="2236298" y="697869"/>
              <a:ext cx="1465323" cy="21863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3188DC2-225E-F348-9FA1-D5335A1A8D73}"/>
                </a:ext>
              </a:extLst>
            </p:cNvPr>
            <p:cNvSpPr/>
            <p:nvPr/>
          </p:nvSpPr>
          <p:spPr>
            <a:xfrm>
              <a:off x="3752784" y="901698"/>
              <a:ext cx="2030795" cy="5258433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DC9CD0-416C-8B33-EA63-55732519EEAF}"/>
                </a:ext>
              </a:extLst>
            </p:cNvPr>
            <p:cNvSpPr/>
            <p:nvPr/>
          </p:nvSpPr>
          <p:spPr>
            <a:xfrm>
              <a:off x="2236297" y="2923540"/>
              <a:ext cx="1513971" cy="2147570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296212-B82D-17BE-EEC7-3889955C9925}"/>
                </a:ext>
              </a:extLst>
            </p:cNvPr>
            <p:cNvSpPr/>
            <p:nvPr/>
          </p:nvSpPr>
          <p:spPr>
            <a:xfrm>
              <a:off x="5893872" y="883613"/>
              <a:ext cx="2026005" cy="3737899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5B9F21-2189-4151-D500-74C101D14274}"/>
                </a:ext>
              </a:extLst>
            </p:cNvPr>
            <p:cNvSpPr/>
            <p:nvPr/>
          </p:nvSpPr>
          <p:spPr>
            <a:xfrm>
              <a:off x="7922393" y="3460132"/>
              <a:ext cx="2030795" cy="157859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8B8848-0AF9-4FEA-3185-83D397E2E9F0}"/>
                </a:ext>
              </a:extLst>
            </p:cNvPr>
            <p:cNvSpPr/>
            <p:nvPr/>
          </p:nvSpPr>
          <p:spPr>
            <a:xfrm>
              <a:off x="7945119" y="883614"/>
              <a:ext cx="2008068" cy="2545386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8A63B5-2DE6-EF22-CF10-09B270B62F7B}"/>
                </a:ext>
              </a:extLst>
            </p:cNvPr>
            <p:cNvSpPr/>
            <p:nvPr/>
          </p:nvSpPr>
          <p:spPr>
            <a:xfrm>
              <a:off x="5893874" y="4652645"/>
              <a:ext cx="2008068" cy="386078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019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Pielmaier  Konstantin</dc:creator>
  <cp:lastModifiedBy>Pielmaier  Konstantin</cp:lastModifiedBy>
  <cp:revision>3</cp:revision>
  <dcterms:created xsi:type="dcterms:W3CDTF">2025-12-09T09:46:17Z</dcterms:created>
  <dcterms:modified xsi:type="dcterms:W3CDTF">2025-12-10T19:29:36Z</dcterms:modified>
</cp:coreProperties>
</file>